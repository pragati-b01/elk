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Unified Reporting Utility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Centralized .NET Utility for PowerShell-Based Reports</a:t>
            </a:r>
          </a:p>
          <a:p>
            <a:r>
              <a:t>HealthCheck • License •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Centralize email delivery in a .NET utility</a:t>
            </a:r>
          </a:p>
          <a:p>
            <a:pPr/>
            <a:r>
              <a:t>Reuse existing PowerShell scripts (no major rewrite)</a:t>
            </a:r>
          </a:p>
          <a:p>
            <a:pPr/>
            <a:r>
              <a:t>Reduce multiple schedulers to a single entry point</a:t>
            </a:r>
          </a:p>
          <a:p>
            <a:pPr/>
            <a:r>
              <a:t>Improve maintainability and scalability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Email logic duplicated across scripts</a:t>
            </a:r>
          </a:p>
          <a:p>
            <a:pPr/>
            <a:r>
              <a:t>Multiple schedulers to manage</a:t>
            </a:r>
          </a:p>
          <a:p>
            <a:pPr/>
            <a:r>
              <a:t>SMTP/config changes are hard to maintain</a:t>
            </a:r>
          </a:p>
          <a:p>
            <a:pPr/>
            <a:r>
              <a:t>Tight coupling: logic + HTML + email in scripts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Architecture (As-Is)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572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Scheduler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HealthCheck.ps1</a:t>
            </a:r>
          </a:p>
          <a:p>
            <a:r>
              <a:t>(HTML + Email)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32004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License.ps1</a:t>
            </a:r>
          </a:p>
          <a:p>
            <a:r>
              <a:t>(HTML + Email)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Perf.ps1</a:t>
            </a:r>
          </a:p>
          <a:p>
            <a:r>
              <a:t>(HTML + Email)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286000.0"/>
            <a:ext cx="1371600" cy="9144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6000" y="3657600.0"/>
            <a:ext cx="1371600" cy="9144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6000" y="5029200.0"/>
            <a:ext cx="1371600" cy="9144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Decouple email from scripts</a:t>
            </a:r>
          </a:p>
          <a:p>
            <a:pPr/>
            <a:r>
              <a:t>Standardize email handling</a:t>
            </a:r>
          </a:p>
          <a:p>
            <a:pPr/>
            <a:r>
              <a:t>Centralize execution and logging</a:t>
            </a:r>
          </a:p>
          <a:p>
            <a:pPr/>
            <a:r>
              <a:t>Keep scripts unchanged for logic and HTML generation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Target Architecture (To-Be)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43200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Scheduler</a:t>
            </a:r>
          </a:p>
          <a:p>
            <a:r>
              <a:t>(Single Entry)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7432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.NET Utility</a:t>
            </a:r>
          </a:p>
          <a:p>
            <a:r>
              <a:t>(Exec + Email)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743200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SMTP 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572000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HealthCheck.ps1</a:t>
            </a:r>
          </a:p>
          <a:p>
            <a:r>
              <a:t>(HTML only)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572000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License.ps1</a:t>
            </a:r>
          </a:p>
          <a:p>
            <a:r>
              <a:t>(HTML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572000"/>
            <a:ext cx="201168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Perf.ps1</a:t>
            </a:r>
          </a:p>
          <a:p>
            <a:r>
              <a:t>(HTML only)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3291840.0"/>
            <a:ext cx="73152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3291840.0"/>
            <a:ext cx="64008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834640.0" y="3840480"/>
            <a:ext cx="1737360.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72000.0" y="3840480"/>
            <a:ext cx="548640.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72000.0" y="3840480"/>
            <a:ext cx="2834640.0" cy="7315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Arguments-only: dynamic but messy and limited</a:t>
            </a:r>
          </a:p>
          <a:p>
            <a:pPr/>
            <a:r>
              <a:t>Config-only: clean but inflexible at runtime</a:t>
            </a:r>
          </a:p>
          <a:p>
            <a:pPr/>
            <a:r>
              <a:t>File-based HTML: reliable and scalable</a:t>
            </a:r>
          </a:p>
          <a:p>
            <a:pPr/>
            <a:r>
              <a:t>Hybrid (Config + Args): best balance (recommended)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File-Based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HTML 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.NET Utility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Email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3774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0" y="23774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412480" y="23774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Identification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--task to select report type (recommended)</a:t>
            </a:r>
          </a:p>
          <a:p>
            <a:pPr/>
            <a:r>
              <a:t>Avoid using subject for logic</a:t>
            </a:r>
          </a:p>
          <a:p>
            <a:pPr/>
            <a:r>
              <a:t>Optional: --script for custom execution</a:t>
            </a:r>
          </a:p>
          <a:p>
            <a:pPr/>
            <a:r>
              <a:t>Map tasks to scripts via config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Scheduler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.NET Utility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Script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HTML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1288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Email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23774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669280" y="23774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412480" y="23774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55680" y="23774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Store SMTP, defaults in config.json</a:t>
            </a:r>
          </a:p>
          <a:p>
            <a:pPr/>
            <a:r>
              <a:t>Define tasks with script mappings</a:t>
            </a:r>
          </a:p>
          <a:p>
            <a:pPr/>
            <a:r>
              <a:t>Allow CLI args to override config</a:t>
            </a:r>
          </a:p>
          <a:p>
            <a:pPr/>
            <a:r>
              <a:t>Priority: Args &gt; Config &gt; Defaults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Add logging (execution + email status)</a:t>
            </a:r>
          </a:p>
          <a:p>
            <a:pPr/>
            <a:r>
              <a:t>Handle script timeouts and failures</a:t>
            </a:r>
          </a:p>
          <a:p>
            <a:pPr/>
            <a:r>
              <a:t>Retry email on failure</a:t>
            </a:r>
          </a:p>
          <a:p>
            <a:pPr/>
            <a:r>
              <a:t>Avoid passing large data via CLI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Web dashboard for reports</a:t>
            </a:r>
          </a:p>
          <a:p>
            <a:pPr/>
            <a:r>
              <a:t>Alert-only mode (failures)</a:t>
            </a:r>
          </a:p>
          <a:p>
            <a:pPr/>
            <a:r>
              <a:t>Store report history</a:t>
            </a:r>
          </a:p>
          <a:p>
            <a:pPr/>
            <a:r>
              <a:t>Integrate with Teams/Slack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Adopt Hybrid Model (Config + Arguments)</a:t>
            </a:r>
          </a:p>
          <a:p>
            <a:pPr/>
            <a:r>
              <a:t>Use file-based HTML integration</a:t>
            </a:r>
          </a:p>
          <a:p>
            <a:pPr/>
            <a:r>
              <a:t>Use task-based execution</a:t>
            </a:r>
          </a:p>
          <a:p>
            <a:pPr/>
            <a:r>
              <a:t>Centralize scheduling and email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